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Fraud Detection &amp; Support: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real-time intelligence system inspecting payment transactions.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Hybrid Decision Intelligence: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Synthesizes supervised machine learning, behavioral baselines, and fraud rules.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Streaming Processing Pipeline: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Evaluates high-volume financial traffic with sub-15ms streaming latency.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 Decision Support: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Delivers plain-language risk explanations without halting banking operations.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0" y="10515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1078992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Incoming Card Transaction</a:t>
            </a:r>
            <a:endParaRPr lang="en-US" sz="14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Card ID: 999   •   Amount: $750.00</a:t>
            </a:r>
            <a:endParaRPr lang="en-US" sz="14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Merchant: LuxuryJewelry   •   Loc: Singapore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12280" y="2039112"/>
            <a:ext cx="0" cy="27432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0" y="2340864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286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2377440"/>
            <a:ext cx="3291840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Detection Engine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Supervised ML: Random Forest (0.50 weight)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Behavioral Baseline: Causal Windows (0.30 weight)</a:t>
            </a:r>
            <a:endParaRPr lang="en-US" sz="145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Deterministic Rules: 7 Business Logic Checks (0.20)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12280" y="3694176"/>
            <a:ext cx="0" cy="27432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3995928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8F9FA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402336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Score &amp; Investigation Alert</a:t>
            </a:r>
            <a:endParaRPr lang="en-US" sz="14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Decision: SUSPICIOUS (Score: 0.55)</a:t>
            </a:r>
            <a:endParaRPr lang="en-US" sz="14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Reason: Impossible travel &amp; amount 12.7x customer average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