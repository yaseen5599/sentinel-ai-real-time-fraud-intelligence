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645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ST. THOMAS INSTITUTE FOR SCIENCE AND TECHNOLOGY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UML Use Case Diagram matching implemented role permissions and PostgreSQL RLS security.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94560" y="1353312"/>
            <a:ext cx="4754880" cy="361188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4264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Sentinel AI System Boundary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719072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746504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 User Access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Storage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719072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46504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Analytics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Health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47872" y="2359152"/>
            <a:ext cx="2057400" cy="475488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238658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In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297180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99923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 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361188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63931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Inspect Transaction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425196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427939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&amp; Resolve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Fraud Cases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18211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 Personal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886200"/>
            <a:ext cx="2057400" cy="502920"/>
          </a:xfrm>
          <a:prstGeom prst="ellipse">
            <a:avLst/>
          </a:prstGeom>
          <a:solidFill>
            <a:srgbClr val="F8F9FA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913632"/>
            <a:ext cx="19659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Unrecognized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150876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1783080"/>
            <a:ext cx="0" cy="2743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1892808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2057400"/>
            <a:ext cx="-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2057400"/>
            <a:ext cx="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234440" y="1874520"/>
            <a:ext cx="1188720" cy="9144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34440" y="1920240"/>
            <a:ext cx="2313432" cy="64008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32004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474720"/>
            <a:ext cx="0" cy="2743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584448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3749040"/>
            <a:ext cx="-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3749040"/>
            <a:ext cx="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234440" y="3474720"/>
            <a:ext cx="1188720" cy="-256032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34440" y="3611880"/>
            <a:ext cx="1188720" cy="22860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34440" y="3703320"/>
            <a:ext cx="1188720" cy="77724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27432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3017520"/>
            <a:ext cx="0" cy="2743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26680" y="3127248"/>
            <a:ext cx="3657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09560" y="3291840"/>
            <a:ext cx="-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09560" y="3291840"/>
            <a:ext cx="137160" cy="20116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520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(Cardholder)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720840" y="3337560"/>
            <a:ext cx="1051560" cy="-9144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0840" y="4069080"/>
            <a:ext cx="1051560" cy="-73152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2026-10-11T09:20:09Z</dcterms:created>
  <dcterms:modified xsi:type="dcterms:W3CDTF">2026-10-11T09:20:09Z</dcterms:modified>
</cp:coreProperties>
</file>