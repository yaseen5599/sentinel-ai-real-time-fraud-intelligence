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AI Intelligence: </a:t>
            </a:r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ML (0.50), behavioral baselines (0.30), and 7 fraud rules (0.20).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Streaming Pipeline: </a:t>
            </a:r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Demonstrates sub-15ms real-time processing via Apache Kafka and Spark.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Investigator Enablement: </a:t>
            </a:r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Generates composite risk scores and plain-language explainable audit reasons.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Extensibility: </a:t>
            </a:r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Modular foundation readily extensible to core banking APIs and active learning.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8046720" cy="2651760"/>
          </a:xfrm>
          <a:prstGeom prst="roundRect">
            <a:avLst>
              <a:gd name="adj" fmla="val 2759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500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Scope, Data Transparency &amp; Academic Boundary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60904"/>
            <a:ext cx="7680960" cy="2057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Anonymized Benchmark Dataset: 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 model benchmarking conducted on public ULB Kaggle fraud dataset (284,807 transactions across 48 hours).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Synthetic Streaming Scenarios: 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demonstration identities (card_id), merchant names, and travel sequences are synthetic simulations.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Analytical Decision Support: 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 AI operates as an analytical investigation platform; it does not freeze bank accounts or connect to live card networks.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2026-10-11T09:20:09Z</dcterms:created>
  <dcterms:modified xsi:type="dcterms:W3CDTF">2026-10-11T09:20:09Z</dcterms:modified>
</cp:coreProperties>
</file>