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" y="164592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ST. THOMAS INSTITUTE FOR SCIENCE AND TECHNOLOGY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Architecture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Event-driven, decoupled big-data architecture verified in project codebase and container deployment.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Ingestion &amp; Streaming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18488"/>
            <a:ext cx="2331720" cy="1325880"/>
          </a:xfrm>
          <a:prstGeom prst="roundRect">
            <a:avLst>
              <a:gd name="adj" fmla="val 4138"/>
            </a:avLst>
          </a:prstGeom>
          <a:solidFill>
            <a:srgbClr val="F8F9FA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655064"/>
            <a:ext cx="2185416" cy="12344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Transaction Generator / API</a:t>
            </a:r>
            <a:endParaRPr lang="en-US" sz="13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Emits canonical JSON events</a:t>
            </a:r>
            <a:endParaRPr lang="en-US" sz="13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Simulates normal &amp; attack traffic</a:t>
            </a:r>
            <a:endParaRPr lang="en-US" sz="13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Canonical schema validation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1714500" y="2971800"/>
            <a:ext cx="0" cy="228600"/>
          </a:xfrm>
          <a:prstGeom prst="line">
            <a:avLst/>
          </a:prstGeom>
          <a:noFill/>
          <a:ln w="2286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48640" y="3227832"/>
            <a:ext cx="233172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3264408"/>
            <a:ext cx="2185416" cy="13258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Apache Kafka 3.7 (KRaft)</a:t>
            </a:r>
            <a:endParaRPr lang="en-US" sz="13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Topic: transactions-canonical</a:t>
            </a:r>
            <a:endParaRPr lang="en-US" sz="13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3 Distributed partitions</a:t>
            </a:r>
            <a:endParaRPr lang="en-US" sz="13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Resilient streaming buffer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2880360" y="3931920"/>
            <a:ext cx="411480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3337560" y="132588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Stream Processing &amp; Scoring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337560" y="1618488"/>
            <a:ext cx="2514600" cy="1325880"/>
          </a:xfrm>
          <a:prstGeom prst="roundRect">
            <a:avLst>
              <a:gd name="adj" fmla="val 4138"/>
            </a:avLst>
          </a:prstGeom>
          <a:solidFill>
            <a:srgbClr val="F8F9FA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10712" y="1655064"/>
            <a:ext cx="2368296" cy="12344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Spark Structured Streaming</a:t>
            </a:r>
            <a:endParaRPr lang="en-US" sz="13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Micro-batch processing engine</a:t>
            </a:r>
            <a:endParaRPr lang="en-US" sz="13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Feature normalization &amp; MCC</a:t>
            </a:r>
            <a:endParaRPr lang="en-US" sz="13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Causal windows: 1m, 10m, 24h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4594860" y="2971800"/>
            <a:ext cx="0" cy="228600"/>
          </a:xfrm>
          <a:prstGeom prst="line">
            <a:avLst/>
          </a:prstGeom>
          <a:noFill/>
          <a:ln w="2286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337560" y="3227832"/>
            <a:ext cx="251460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2286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10712" y="3264408"/>
            <a:ext cx="2368296" cy="13258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Hybrid Fraud Scoring Engine</a:t>
            </a:r>
            <a:endParaRPr lang="en-US" sz="13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0.50 × Random Forest ML</a:t>
            </a:r>
            <a:endParaRPr lang="en-US" sz="13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0.30 × Behavioral Anomaly Baseline</a:t>
            </a:r>
            <a:endParaRPr lang="en-US" sz="13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0.20 × 7 Deterministic Fraud Rules</a:t>
            </a:r>
            <a:endParaRPr lang="en-US" sz="135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Produces plain-English audit reasons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852160" y="3931920"/>
            <a:ext cx="411480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6263640" y="132588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Persistence &amp; Interfaces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263640" y="1618488"/>
            <a:ext cx="2331720" cy="1325880"/>
          </a:xfrm>
          <a:prstGeom prst="roundRect">
            <a:avLst>
              <a:gd name="adj" fmla="val 4138"/>
            </a:avLst>
          </a:prstGeom>
          <a:solidFill>
            <a:srgbClr val="F8F9FA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36792" y="1655064"/>
            <a:ext cx="2185416" cy="12344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PostgreSQL 15 / Supabase</a:t>
            </a:r>
            <a:endParaRPr lang="en-US" sz="135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Decoupled schema tables:</a:t>
            </a:r>
            <a:endParaRPr lang="en-US" sz="135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transactions, predictions, cases</a:t>
            </a:r>
            <a:endParaRPr lang="en-US" sz="13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Row-Level Security (RLS) policies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7429500" y="2971800"/>
            <a:ext cx="0" cy="228600"/>
          </a:xfrm>
          <a:prstGeom prst="line">
            <a:avLst/>
          </a:prstGeom>
          <a:noFill/>
          <a:ln w="2286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263640" y="3227832"/>
            <a:ext cx="233172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36792" y="3264408"/>
            <a:ext cx="2185416" cy="13258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FastAPI &amp; Web Applications</a:t>
            </a:r>
            <a:endParaRPr lang="en-US" sz="13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FastAPI backend (JWT &amp; RBAC)</a:t>
            </a:r>
            <a:endParaRPr lang="en-US" sz="13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Next.js 15 Investigator Portal</a:t>
            </a:r>
            <a:endParaRPr lang="en-US" sz="13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Streamlit Real-Time KPI Dashboard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2026-10-11T09:20:09Z</dcterms:created>
  <dcterms:modified xsi:type="dcterms:W3CDTF">2026-10-11T09:20:09Z</dcterms:modified>
</cp:coreProperties>
</file>