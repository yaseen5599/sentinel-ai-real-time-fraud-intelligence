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Fraud Problem: 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Surging electronic transactions require automated, low-latency detection of unauthorized card activity.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Behavioral Analytics: 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Combines ML models with dynamic cardholder spending baselines across sliding 1m, 10m, and 24h causal windows.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Streaming Infrastructure: 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Engineered on Apache Kafka and Spark Structured Streaming to evaluate transactions in under 15 milliseconds.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Investigator Enablement: 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Produces composite risk scores alongside transparent, plain-English audit reasons for rapid dispute resolution.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1719072" cy="1508760"/>
          </a:xfrm>
          <a:prstGeom prst="roundRect">
            <a:avLst>
              <a:gd name="adj" fmla="val 484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10712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Transaction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 Ingestion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Kafka streaming buffer ensures zero packet loss.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313432" y="4091940"/>
            <a:ext cx="29260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51760" y="3337560"/>
            <a:ext cx="1719072" cy="1508760"/>
          </a:xfrm>
          <a:prstGeom prst="roundRect">
            <a:avLst>
              <a:gd name="adj" fmla="val 484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3410712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Analysis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Windows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Extracts features &amp; checks 1m/10m/24h velocity.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16552" y="4091940"/>
            <a:ext cx="29260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3337560"/>
            <a:ext cx="1719072" cy="1508760"/>
          </a:xfrm>
          <a:prstGeom prst="roundRect">
            <a:avLst>
              <a:gd name="adj" fmla="val 484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3410712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Risk Score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Engine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 ML (0.50), behavior (0.30) &amp; rules (0.20).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19672" y="4091940"/>
            <a:ext cx="29260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0" y="3337560"/>
            <a:ext cx="1719072" cy="1508760"/>
          </a:xfrm>
          <a:prstGeom prst="roundRect">
            <a:avLst>
              <a:gd name="adj" fmla="val 484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3410712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Investigation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Support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Opens case with plain-English audit reasons.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2026-10-11T09:20:09Z</dcterms:created>
  <dcterms:modified xsi:type="dcterms:W3CDTF">2026-10-11T09:20:09Z</dcterms:modified>
</cp:coreProperties>
</file>