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645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ST. THOMAS INSTITUTE FOR SCIENCE AND TECHNOLOGY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Massive Volumes: </a:t>
            </a:r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Millions of daily transactions make manual analyst review impossible.</a:t>
            </a:r>
            <a:endParaRPr lang="en-US" sz="14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Static Rule Limits: </a:t>
            </a:r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Rigid threshold rules miss complex schemes and trigger excessive false declines.</a:t>
            </a:r>
            <a:endParaRPr lang="en-US" sz="14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Latency &amp; Explainability: </a:t>
            </a:r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detection delays response, while black-box models lack clear audit trails.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842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 Fraud Detection (Limitations)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276856"/>
            <a:ext cx="3520440" cy="2514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Massive Volume: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analyst review is impossible across millions of hourly charges.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Rigid Static Limits: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global thresholds ignore individual habits, causing high false declines.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Black-Box AI: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Opaque neural probabilities fail to explain why transactions were flagged.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Settlement Latency: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Overnight batch processing discovers fraud hours or days after funds are lost.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8745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9842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Sentinel AI Approach (Solutions)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892040" y="2276856"/>
            <a:ext cx="3520440" cy="2514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Automated Ingestion: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Apache Kafka buffers high-throughput transaction streams with zero data loss.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Personalized Baselines: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spending profiles track customer-specific normal behavior in causal windows.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Explainable Hybrid Scoring: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Combines ML, behavior, and 7 business rules with plain-language explanations.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Millisecond Response: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Sub-15ms evaluation latency delivers immediate risk intelligence to analysts.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2026-10-11T09:20:09Z</dcterms:created>
  <dcterms:modified xsi:type="dcterms:W3CDTF">2026-10-11T09:20:09Z</dcterms:modified>
</cp:coreProperties>
</file>